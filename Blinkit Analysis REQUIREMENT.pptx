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66" d="100"/>
          <a:sy n="66" d="100"/>
        </p:scale>
        <p:origin x="55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6985F1-78C3-EC87-83A0-2D323CD4C9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id="{70C49BFB-C4DA-714D-C1AC-3022D7E7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56A6E6-9FEB-E12A-1F6A-8FCBFFF9C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F95968-7DD7-93BC-CDD3-935B46B29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10F2171B-75CE-823D-4908-5B6496B06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DDA2FE8A-5B63-4A2F-3B24-E577D1291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56A6E6-9FEB-E12A-1F6A-8FCBFFF9C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C16131-B2D0-CF61-035E-38CF286C7E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4B5432AF-6E41-D522-3E02-01E41A966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98BD39B8-9A9F-4A0B-8526-BA46BA2F7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Kaif Firoz</cp:lastModifiedBy>
  <cp:revision>18</cp:revision>
  <dcterms:created xsi:type="dcterms:W3CDTF">2024-06-24T12:27:37Z</dcterms:created>
  <dcterms:modified xsi:type="dcterms:W3CDTF">2025-12-03T00:14:24Z</dcterms:modified>
</cp:coreProperties>
</file>